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1-txt5"/>
          <p:cNvSpPr txBox="1"/>
          <p:nvPr/>
        </p:nvSpPr>
        <p:spPr>
          <a:xfrm>
            <a:off x="711200" y="484378"/>
            <a:ext cx="1926463" cy="2400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Clipping and gradients</a:t>
            </a:r>
          </a:p>
        </p:txBody>
      </p:sp>
      <p:pic>
        <p:nvPicPr>
          <p:cNvPr id="4" name="Fallback p1-shp1" descr="fidelity fallback: the path is clipped; a native shape would paint outside the source's clip region"/>
          <p:cNvPicPr>
            <a:picLocks noChangeAsp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300" y="1409700"/>
            <a:ext cx="2057400" cy="2057400"/>
          </a:xfrm>
          <a:prstGeom prst="rect">
            <a:avLst/>
          </a:prstGeom>
        </p:spPr>
      </p:pic>
      <p:pic>
        <p:nvPicPr>
          <p:cNvPr id="5" name="Fallback p1-shd4" descr="fidelity fallback: shading (sh): PDF shadings and tiling patterns have no faithful DrawingML equivalent, so the area is kept as a render of the source"/>
          <p:cNvPicPr>
            <a:picLocks noChangeAspect="0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300" y="1409700"/>
            <a:ext cx="2692400" cy="2057400"/>
          </a:xfrm>
          <a:prstGeom prst="rect">
            <a:avLst/>
          </a:prstGeom>
        </p:spPr>
      </p:pic>
      <p:pic>
        <p:nvPicPr>
          <p:cNvPr id="6" name="Fallback p1-shp3" descr="fidelity fallback: the path is clipped; a native shape would paint outside the source's clip region"/>
          <p:cNvPicPr>
            <a:picLocks noChangeAspect="0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300" y="4203700"/>
            <a:ext cx="3962400" cy="167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