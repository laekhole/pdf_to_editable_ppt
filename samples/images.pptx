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1-txt7"/>
          <p:cNvSpPr txBox="1"/>
          <p:nvPr/>
        </p:nvSpPr>
        <p:spPr>
          <a:xfrm>
            <a:off x="711200" y="484378"/>
            <a:ext cx="1304163" cy="2400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Image handling</a:t>
            </a:r>
          </a:p>
        </p:txBody>
      </p:sp>
      <p:pic>
        <p:nvPicPr>
          <p:cNvPr id="4" name="Picture p1-img1" descr="source JPG 240x160 px, original stream copied"/>
          <p:cNvPicPr>
            <a:picLocks noChangeAsp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914400"/>
            <a:ext cx="2286000" cy="1524000"/>
          </a:xfrm>
          <a:prstGeom prst="rect">
            <a:avLst/>
          </a:prstGeom>
        </p:spPr>
      </p:pic>
      <p:pic>
        <p:nvPicPr>
          <p:cNvPr id="5" name="Picture p1-img2" descr="source JPG 240x160 px, original stream copied"/>
          <p:cNvPicPr>
            <a:picLocks noChangeAsp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914400"/>
            <a:ext cx="1143000" cy="1524000"/>
          </a:xfrm>
          <a:prstGeom prst="rect">
            <a:avLst/>
          </a:prstGeom>
        </p:spPr>
      </p:pic>
      <p:pic>
        <p:nvPicPr>
          <p:cNvPr id="6" name="Picture p1-img3" descr="source PNG 160x160 px, re-encoded losslessly"/>
          <p:cNvPicPr>
            <a:picLocks noChangeAspect="0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914400"/>
            <a:ext cx="1524000" cy="1524000"/>
          </a:xfrm>
          <a:prstGeom prst="rect">
            <a:avLst/>
          </a:prstGeom>
        </p:spPr>
      </p:pic>
      <p:pic>
        <p:nvPicPr>
          <p:cNvPr id="7" name="Picture p1-img4" descr="source JPG 240x160 px, original stream copied"/>
          <p:cNvPicPr>
            <a:picLocks noChangeAspect="0"/>
          </p:cNvPicPr>
          <p:nvPr/>
        </p:nvPicPr>
        <p:blipFill>
          <a:blip r:embed="rId2"/>
          <a:stretch>
            <a:fillRect/>
          </a:stretch>
        </p:blipFill>
        <p:spPr>
          <a:xfrm rot="19799999">
            <a:off x="762000" y="3327400"/>
            <a:ext cx="2285999" cy="1523999"/>
          </a:xfrm>
          <a:prstGeom prst="rect">
            <a:avLst/>
          </a:prstGeom>
        </p:spPr>
      </p:pic>
      <p:pic>
        <p:nvPicPr>
          <p:cNvPr id="8" name="Picture p1-img5" descr="source JPG 240x160 px, original stream copied"/>
          <p:cNvPicPr>
            <a:picLocks noChangeAspect="0"/>
          </p:cNvPicPr>
          <p:nvPr/>
        </p:nvPicPr>
        <p:blipFill>
          <a:blip r:embed="rId2"/>
          <a:srcRect l="11111" t="16667" r="27778" b="16667"/>
          <a:stretch>
            <a:fillRect/>
          </a:stretch>
        </p:blipFill>
        <p:spPr>
          <a:xfrm>
            <a:off x="4064000" y="3962400"/>
            <a:ext cx="1397000" cy="1016000"/>
          </a:xfrm>
          <a:prstGeom prst="rect">
            <a:avLst/>
          </a:prstGeom>
        </p:spPr>
      </p:pic>
      <p:pic>
        <p:nvPicPr>
          <p:cNvPr id="9" name="Picture p1-img6" descr="source JPG 240x160 px, original stream copied"/>
          <p:cNvPicPr>
            <a:picLocks noChangeAsp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5867400"/>
            <a:ext cx="1524000" cy="10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