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p1-img1" descr="source PNG 1275x1650 px, re-encoded losslessly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