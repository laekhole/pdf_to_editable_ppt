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0584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2"/>
          <p:cNvSpPr txBox="1"/>
          <p:nvPr/>
        </p:nvSpPr>
        <p:spPr>
          <a:xfrm>
            <a:off x="1960400" y="813686"/>
            <a:ext cx="1155802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A4 portrait</a:t>
            </a:r>
          </a:p>
        </p:txBody>
      </p:sp>
      <p:sp>
        <p:nvSpPr>
          <p:cNvPr id="4" name="Rect p1-shp1"/>
          <p:cNvSpPr/>
          <p:nvPr/>
        </p:nvSpPr>
        <p:spPr>
          <a:xfrm>
            <a:off x="1960400" y="1802000"/>
            <a:ext cx="2540000" cy="1270000"/>
          </a:xfrm>
          <a:prstGeom prst="rect">
            <a:avLst/>
          </a:prstGeom>
          <a:solidFill>
            <a:srgbClr val="4C80E6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 p2-txt2"/>
          <p:cNvSpPr txBox="1"/>
          <p:nvPr/>
        </p:nvSpPr>
        <p:spPr>
          <a:xfrm>
            <a:off x="711200" y="2147886"/>
            <a:ext cx="1816684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Letter landscape</a:t>
            </a:r>
          </a:p>
        </p:txBody>
      </p:sp>
      <p:sp>
        <p:nvSpPr>
          <p:cNvPr id="6" name="Ellipse p2-shp1"/>
          <p:cNvSpPr/>
          <p:nvPr/>
        </p:nvSpPr>
        <p:spPr>
          <a:xfrm>
            <a:off x="3810000" y="3898200"/>
            <a:ext cx="2540000" cy="1524000"/>
          </a:xfrm>
          <a:prstGeom prst="ellipse">
            <a:avLst/>
          </a:prstGeom>
          <a:solidFill>
            <a:srgbClr val="E6664C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 p3-txt2"/>
          <p:cNvSpPr txBox="1"/>
          <p:nvPr/>
        </p:nvSpPr>
        <p:spPr>
          <a:xfrm>
            <a:off x="3429000" y="3137978"/>
            <a:ext cx="1215796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Small 300x400</a:t>
            </a:r>
          </a:p>
        </p:txBody>
      </p:sp>
      <p:sp>
        <p:nvSpPr>
          <p:cNvPr id="8" name="Rect p3-shp1"/>
          <p:cNvSpPr/>
          <p:nvPr/>
        </p:nvSpPr>
        <p:spPr>
          <a:xfrm>
            <a:off x="3429000" y="4076000"/>
            <a:ext cx="3175000" cy="2540000"/>
          </a:xfrm>
          <a:prstGeom prst="rect">
            <a:avLst/>
          </a:prstGeom>
          <a:noFill/>
          <a:ln w="9525" cap="flat" cmpd="sng" algn="ctr">
            <a:solidFill>
              <a:srgbClr val="333333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