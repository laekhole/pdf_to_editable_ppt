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1-txt1"/>
          <p:cNvSpPr txBox="1"/>
          <p:nvPr/>
        </p:nvSpPr>
        <p:spPr>
          <a:xfrm>
            <a:off x="914400" y="967232"/>
            <a:ext cx="16711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Encrypted fixture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