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18"/>
          <p:cNvSpPr txBox="1"/>
          <p:nvPr/>
        </p:nvSpPr>
        <p:spPr>
          <a:xfrm>
            <a:off x="711200" y="484378"/>
            <a:ext cx="1116584" cy="2400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Shape matrix</a:t>
            </a:r>
          </a:p>
        </p:txBody>
      </p:sp>
      <p:sp>
        <p:nvSpPr>
          <p:cNvPr id="4" name="Line p1-shp1"/>
          <p:cNvSpPr/>
          <p:nvPr/>
        </p:nvSpPr>
        <p:spPr>
          <a:xfrm>
            <a:off x="711200" y="1168400"/>
            <a:ext cx="1828800" cy="1"/>
          </a:xfrm>
          <a:prstGeom prst="line">
            <a:avLst/>
          </a:prstGeom>
          <a:noFill/>
          <a:ln w="12700" cap="flat" cmpd="sng" algn="ctr">
            <a:solidFill>
              <a:srgbClr val="1A1A1A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5" name="Line p1-shp2"/>
          <p:cNvSpPr/>
          <p:nvPr/>
        </p:nvSpPr>
        <p:spPr>
          <a:xfrm flipV="1">
            <a:off x="2794000" y="977900"/>
            <a:ext cx="1524000" cy="317500"/>
          </a:xfrm>
          <a:prstGeom prst="line">
            <a:avLst/>
          </a:prstGeom>
          <a:noFill/>
          <a:ln w="50800" cap="flat" cmpd="sng" algn="ctr">
            <a:solidFill>
              <a:srgbClr val="D93333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6" name="Line p1-shp3"/>
          <p:cNvSpPr/>
          <p:nvPr/>
        </p:nvSpPr>
        <p:spPr>
          <a:xfrm flipV="1">
            <a:off x="4572000" y="977900"/>
            <a:ext cx="2286000" cy="317500"/>
          </a:xfrm>
          <a:prstGeom prst="line">
            <a:avLst/>
          </a:prstGeom>
          <a:noFill/>
          <a:ln w="25400" cap="flat" cmpd="sng" algn="ctr">
            <a:solidFill>
              <a:srgbClr val="1A8033"/>
            </a:solidFill>
            <a:prstDash val="lgDash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7" name="Rect p1-shp4"/>
          <p:cNvSpPr/>
          <p:nvPr/>
        </p:nvSpPr>
        <p:spPr>
          <a:xfrm>
            <a:off x="711200" y="1676400"/>
            <a:ext cx="1524000" cy="889000"/>
          </a:xfrm>
          <a:prstGeom prst="rect">
            <a:avLst/>
          </a:prstGeom>
          <a:solidFill>
            <a:srgbClr val="F2D959"/>
          </a:solidFill>
          <a:ln w="25400" cap="flat" cmpd="sng" algn="ctr">
            <a:solidFill>
              <a:srgbClr val="33339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8" name="Roundrect p1-shp5"/>
          <p:cNvSpPr/>
          <p:nvPr/>
        </p:nvSpPr>
        <p:spPr>
          <a:xfrm>
            <a:off x="2540000" y="1676400"/>
            <a:ext cx="1524000" cy="889000"/>
          </a:xfrm>
          <a:prstGeom prst="roundRect">
            <a:avLst>
              <a:gd name="adj" fmla="val 20019"/>
            </a:avLst>
          </a:prstGeom>
          <a:solidFill>
            <a:srgbClr val="8CD1F2"/>
          </a:solidFill>
          <a:ln w="25400" cap="flat" cmpd="sng" algn="ctr">
            <a:solidFill>
              <a:srgbClr val="33339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9" name="Ellipse p1-shp6"/>
          <p:cNvSpPr/>
          <p:nvPr/>
        </p:nvSpPr>
        <p:spPr>
          <a:xfrm>
            <a:off x="4368800" y="1676400"/>
            <a:ext cx="1524000" cy="889000"/>
          </a:xfrm>
          <a:prstGeom prst="ellipse">
            <a:avLst/>
          </a:prstGeom>
          <a:solidFill>
            <a:srgbClr val="F28CBF"/>
          </a:solidFill>
          <a:ln w="25400" cap="flat" cmpd="sng" algn="ctr">
            <a:solidFill>
              <a:srgbClr val="33339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0" name="Ellipse p1-shp7"/>
          <p:cNvSpPr/>
          <p:nvPr/>
        </p:nvSpPr>
        <p:spPr>
          <a:xfrm>
            <a:off x="6159500" y="1676400"/>
            <a:ext cx="889000" cy="889000"/>
          </a:xfrm>
          <a:prstGeom prst="ellipse">
            <a:avLst/>
          </a:prstGeom>
          <a:solidFill>
            <a:srgbClr val="99E699"/>
          </a:solidFill>
          <a:ln w="25400" cap="flat" cmpd="sng" algn="ctr">
            <a:solidFill>
              <a:srgbClr val="33339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1" name="Freeform p1-shp8"/>
          <p:cNvSpPr/>
          <p:nvPr/>
        </p:nvSpPr>
        <p:spPr>
          <a:xfrm>
            <a:off x="711200" y="3136900"/>
            <a:ext cx="1701800" cy="1524000"/>
          </a:xfrm>
          <a:custGeom>
            <a:avLst/>
            <a:gdLst/>
            <a:ahLst/>
            <a:cxnLst/>
            <a:rect l="0" t="0" r="1701800" b="1524000"/>
            <a:pathLst>
              <a:path w="1701800" h="1524000" fill="norm">
                <a:moveTo>
                  <a:pt x="0" y="952500"/>
                </a:moveTo>
                <a:lnTo>
                  <a:pt x="812800" y="0"/>
                </a:lnTo>
                <a:lnTo>
                  <a:pt x="1701800" y="571500"/>
                </a:lnTo>
                <a:lnTo>
                  <a:pt x="1320800" y="1460500"/>
                </a:lnTo>
                <a:lnTo>
                  <a:pt x="304800" y="1524000"/>
                </a:lnTo>
                <a:close/>
              </a:path>
            </a:pathLst>
          </a:custGeom>
          <a:solidFill>
            <a:srgbClr val="8C73D9"/>
          </a:solidFill>
          <a:ln w="25400" cap="flat" cmpd="sng" algn="ctr">
            <a:solidFill>
              <a:srgbClr val="331A66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2" name="Freeform p1-shp9"/>
          <p:cNvSpPr/>
          <p:nvPr/>
        </p:nvSpPr>
        <p:spPr>
          <a:xfrm>
            <a:off x="2921000" y="3136900"/>
            <a:ext cx="3683000" cy="2095500"/>
          </a:xfrm>
          <a:custGeom>
            <a:avLst/>
            <a:gdLst/>
            <a:ahLst/>
            <a:cxnLst/>
            <a:rect l="0" t="0" r="3683000" b="2095500"/>
            <a:pathLst>
              <a:path w="3683000" h="2095500" fill="norm">
                <a:moveTo>
                  <a:pt x="0" y="1333500"/>
                </a:moveTo>
                <a:cubicBezTo>
                  <a:pt x="508000" y="0"/>
                  <a:pt x="1524000" y="2095500"/>
                  <a:pt x="2159000" y="952500"/>
                </a:cubicBezTo>
                <a:cubicBezTo>
                  <a:pt x="2540000" y="317500"/>
                  <a:pt x="3048000" y="1460500"/>
                  <a:pt x="3683000" y="571500"/>
                </a:cubicBezTo>
              </a:path>
            </a:pathLst>
          </a:custGeom>
          <a:noFill/>
          <a:ln w="38100" cap="flat" cmpd="sng" algn="ctr">
            <a:solidFill>
              <a:srgbClr val="E6590D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3" name="Rect p1-shp10"/>
          <p:cNvSpPr/>
          <p:nvPr/>
        </p:nvSpPr>
        <p:spPr>
          <a:xfrm>
            <a:off x="711200" y="5232400"/>
            <a:ext cx="2032000" cy="1270000"/>
          </a:xfrm>
          <a:prstGeom prst="rect">
            <a:avLst/>
          </a:prstGeom>
          <a:solidFill>
            <a:srgbClr val="2659BF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4" name="Rect p1-shp11"/>
          <p:cNvSpPr/>
          <p:nvPr/>
        </p:nvSpPr>
        <p:spPr>
          <a:xfrm>
            <a:off x="1651000" y="4724400"/>
            <a:ext cx="2032000" cy="1270000"/>
          </a:xfrm>
          <a:prstGeom prst="rect">
            <a:avLst/>
          </a:prstGeom>
          <a:solidFill>
            <a:srgbClr val="F2BF1A">
              <a:alpha val="55000"/>
            </a:srgbClr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5" name="Ellipse p1-shp12"/>
          <p:cNvSpPr/>
          <p:nvPr/>
        </p:nvSpPr>
        <p:spPr>
          <a:xfrm>
            <a:off x="2413000" y="5105400"/>
            <a:ext cx="1524000" cy="1524000"/>
          </a:xfrm>
          <a:prstGeom prst="ellipse">
            <a:avLst/>
          </a:prstGeom>
          <a:solidFill>
            <a:srgbClr val="E6334C">
              <a:alpha val="45000"/>
            </a:srgbClr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16" name="Rect p1-shp13"/>
          <p:cNvSpPr/>
          <p:nvPr/>
        </p:nvSpPr>
        <p:spPr>
          <a:xfrm>
            <a:off x="4318000" y="5486400"/>
            <a:ext cx="431800" cy="762000"/>
          </a:xfrm>
          <a:prstGeom prst="rect">
            <a:avLst/>
          </a:prstGeom>
          <a:noFill/>
          <a:ln w="3175" cap="flat" cmpd="sng" algn="ctr">
            <a:solidFill>
              <a:srgbClr val="1A1A1A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7" name="Rect p1-shp14"/>
          <p:cNvSpPr/>
          <p:nvPr/>
        </p:nvSpPr>
        <p:spPr>
          <a:xfrm>
            <a:off x="4876800" y="5486400"/>
            <a:ext cx="431800" cy="762000"/>
          </a:xfrm>
          <a:prstGeom prst="rect">
            <a:avLst/>
          </a:prstGeom>
          <a:noFill/>
          <a:ln w="9525" cap="flat" cmpd="sng" algn="ctr">
            <a:solidFill>
              <a:srgbClr val="1A1A1A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8" name="Rect p1-shp15"/>
          <p:cNvSpPr/>
          <p:nvPr/>
        </p:nvSpPr>
        <p:spPr>
          <a:xfrm>
            <a:off x="5435600" y="5486400"/>
            <a:ext cx="431800" cy="762000"/>
          </a:xfrm>
          <a:prstGeom prst="rect">
            <a:avLst/>
          </a:prstGeom>
          <a:noFill/>
          <a:ln w="19050" cap="flat" cmpd="sng" algn="ctr">
            <a:solidFill>
              <a:srgbClr val="1A1A1A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9" name="Rect p1-shp16"/>
          <p:cNvSpPr/>
          <p:nvPr/>
        </p:nvSpPr>
        <p:spPr>
          <a:xfrm>
            <a:off x="5994400" y="5486400"/>
            <a:ext cx="431800" cy="762000"/>
          </a:xfrm>
          <a:prstGeom prst="rect">
            <a:avLst/>
          </a:prstGeom>
          <a:noFill/>
          <a:ln w="38100" cap="flat" cmpd="sng" algn="ctr">
            <a:solidFill>
              <a:srgbClr val="1A1A1A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20" name="Rect p1-shp17"/>
          <p:cNvSpPr/>
          <p:nvPr/>
        </p:nvSpPr>
        <p:spPr>
          <a:xfrm>
            <a:off x="6553200" y="5486400"/>
            <a:ext cx="431800" cy="762000"/>
          </a:xfrm>
          <a:prstGeom prst="rect">
            <a:avLst/>
          </a:prstGeom>
          <a:noFill/>
          <a:ln w="76200" cap="flat" cmpd="sng" algn="ctr">
            <a:solidFill>
              <a:srgbClr val="1A1A1A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