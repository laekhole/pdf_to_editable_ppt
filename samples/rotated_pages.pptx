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1-txt4"/>
          <p:cNvSpPr txBox="1"/>
          <p:nvPr/>
        </p:nvSpPr>
        <p:spPr>
          <a:xfrm rot="5400000">
            <a:off x="8398383" y="1314577"/>
            <a:ext cx="1143254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A3380"/>
                </a:solidFill>
                <a:latin typeface="Helvetica"/>
                <a:ea typeface="Helvetica"/>
                <a:cs typeface="Helvetica"/>
              </a:rPr>
              <a:t>Rotate 90</a:t>
            </a:r>
          </a:p>
        </p:txBody>
      </p:sp>
      <p:sp>
        <p:nvSpPr>
          <p:cNvPr id="4" name="Rect p1-shp1"/>
          <p:cNvSpPr/>
          <p:nvPr/>
        </p:nvSpPr>
        <p:spPr>
          <a:xfrm>
            <a:off x="7112000" y="914400"/>
            <a:ext cx="1270000" cy="2540000"/>
          </a:xfrm>
          <a:prstGeom prst="rect">
            <a:avLst/>
          </a:prstGeom>
          <a:solidFill>
            <a:srgbClr val="E699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5" name="Line p1-shp2"/>
          <p:cNvSpPr/>
          <p:nvPr/>
        </p:nvSpPr>
        <p:spPr>
          <a:xfrm>
            <a:off x="6604000" y="914400"/>
            <a:ext cx="254000" cy="4165600"/>
          </a:xfrm>
          <a:prstGeom prst="line">
            <a:avLst/>
          </a:prstGeom>
          <a:noFill/>
          <a:ln w="38100" cap="flat" cmpd="sng" algn="ctr">
            <a:solidFill>
              <a:srgbClr val="33994C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6" name="Ellipse p1-shp3"/>
          <p:cNvSpPr/>
          <p:nvPr/>
        </p:nvSpPr>
        <p:spPr>
          <a:xfrm>
            <a:off x="3048000" y="4953000"/>
            <a:ext cx="1524000" cy="1524000"/>
          </a:xfrm>
          <a:prstGeom prst="ellipse">
            <a:avLst/>
          </a:prstGeom>
          <a:solidFill>
            <a:srgbClr val="334CB2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Text p2-txt4"/>
          <p:cNvSpPr txBox="1"/>
          <p:nvPr/>
        </p:nvSpPr>
        <p:spPr>
          <a:xfrm rot="16200000">
            <a:off x="446151" y="6044311"/>
            <a:ext cx="1284478" cy="3429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rtlCol="0">
            <a:no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dirty="0">
                <a:solidFill>
                  <a:srgbClr val="1A3380"/>
                </a:solidFill>
                <a:latin typeface="Helvetica"/>
                <a:ea typeface="Helvetica"/>
                <a:cs typeface="Helvetica"/>
              </a:rPr>
              <a:t>Rotate 270</a:t>
            </a:r>
          </a:p>
        </p:txBody>
      </p:sp>
      <p:sp>
        <p:nvSpPr>
          <p:cNvPr id="8" name="Rect p2-shp1"/>
          <p:cNvSpPr/>
          <p:nvPr/>
        </p:nvSpPr>
        <p:spPr>
          <a:xfrm>
            <a:off x="1676400" y="4318000"/>
            <a:ext cx="1270000" cy="2540000"/>
          </a:xfrm>
          <a:prstGeom prst="rect">
            <a:avLst/>
          </a:prstGeom>
          <a:solidFill>
            <a:srgbClr val="E6991A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  <p:sp>
        <p:nvSpPr>
          <p:cNvPr id="9" name="Line p2-shp2"/>
          <p:cNvSpPr/>
          <p:nvPr/>
        </p:nvSpPr>
        <p:spPr>
          <a:xfrm flipH="1" flipV="1">
            <a:off x="3200400" y="2692400"/>
            <a:ext cx="254000" cy="4165600"/>
          </a:xfrm>
          <a:prstGeom prst="line">
            <a:avLst/>
          </a:prstGeom>
          <a:noFill/>
          <a:ln w="38100" cap="flat" cmpd="sng" algn="ctr">
            <a:solidFill>
              <a:srgbClr val="33994C"/>
            </a:solidFill>
            <a:prstDash val="solid"/>
            <a:miter lim="800000"/>
          </a:ln>
        </p:spPr>
        <p:txBody>
          <a:bodyPr rtlCol="0"/>
          <a:lstStyle/>
          <a:p>
            <a:endParaRPr/>
          </a:p>
        </p:txBody>
      </p:sp>
      <p:sp>
        <p:nvSpPr>
          <p:cNvPr id="10" name="Ellipse p2-shp3"/>
          <p:cNvSpPr/>
          <p:nvPr/>
        </p:nvSpPr>
        <p:spPr>
          <a:xfrm>
            <a:off x="5486400" y="1295400"/>
            <a:ext cx="1524000" cy="1524000"/>
          </a:xfrm>
          <a:prstGeom prst="ellipse">
            <a:avLst/>
          </a:prstGeom>
          <a:solidFill>
            <a:srgbClr val="334CB2"/>
          </a:solidFill>
          <a:ln>
            <a:noFill/>
          </a:ln>
        </p:spPr>
        <p:txBody>
          <a:bodyPr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