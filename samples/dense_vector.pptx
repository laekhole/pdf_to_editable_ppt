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1201"/>
          <p:cNvSpPr txBox="1"/>
          <p:nvPr/>
        </p:nvSpPr>
        <p:spPr>
          <a:xfrm>
            <a:off x="711200" y="357378"/>
            <a:ext cx="1808226" cy="2400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Dense vector artwork</a:t>
            </a:r>
          </a:p>
        </p:txBody>
      </p:sp>
      <p:pic>
        <p:nvPicPr>
          <p:cNvPr id="4" name="Fallback p1-shp1" descr="fidelity fallback: page exceeds the 900 native-shape budget (1200 shapes)"/>
          <p:cNvPicPr>
            <a:picLocks noChangeAsp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376" y="2382605"/>
            <a:ext cx="5304301" cy="52492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