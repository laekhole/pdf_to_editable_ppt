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p1-img1" descr="source JPG 1700x2200 px, original stream copied"/>
          <p:cNvPicPr>
            <a:picLocks noChangeAsp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