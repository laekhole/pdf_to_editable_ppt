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2"/>
          <p:cNvSpPr txBox="1"/>
          <p:nvPr/>
        </p:nvSpPr>
        <p:spPr>
          <a:xfrm>
            <a:off x="914400" y="942086"/>
            <a:ext cx="2642387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A3380"/>
                </a:solidFill>
                <a:latin typeface="Helvetica"/>
                <a:ea typeface="Helvetica"/>
                <a:cs typeface="Helvetica"/>
              </a:rPr>
              <a:t>Damaged fixture, page 1</a:t>
            </a:r>
          </a:p>
        </p:txBody>
      </p:sp>
      <p:sp>
        <p:nvSpPr>
          <p:cNvPr id="4" name="Rect p1-shp1"/>
          <p:cNvSpPr/>
          <p:nvPr/>
        </p:nvSpPr>
        <p:spPr>
          <a:xfrm>
            <a:off x="914400" y="1930400"/>
            <a:ext cx="2794000" cy="1524000"/>
          </a:xfrm>
          <a:prstGeom prst="rect">
            <a:avLst/>
          </a:prstGeom>
          <a:solidFill>
            <a:srgbClr val="3399E6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Fallback p2-pagefallback" descr="fidelity fallback: the page's content stream yielded no paint operations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